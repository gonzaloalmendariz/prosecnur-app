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4000"/>
              <a:buFont typeface="Arial"/>
              <a:buNone/>
              <a:defRPr sz="2400" b="1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2000"/>
              <a:buNone/>
              <a:defRPr sz="1600" b="1">
                <a:solidFill>
                  <a:srgbClr val="85BB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>
                <a:latin typeface="Arial"/>
                <a:solidFill>
                  <a:srgbClr val="85BB85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600" b="1">
                <a:latin typeface="Arial"/>
                <a:solidFill>
                  <a:srgbClr val="85BB85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9pPr>
          </a:lstStyle>
          <a:p>
            <a:r>
              <a:rPr lang="es-MX" dirty="0" sz="1600" b="1">
                <a:latin typeface="Arial"/>
                <a:solidFill>
                  <a:srgbClr val="85BB85"/>
                </a:solidFill>
              </a:rPr>
              <a:t>Haz clic para editar el estilo de subtítulo del patrón</a:t>
            </a:r>
            <a:endParaRPr lang="es-ES" dirty="0" sz="1600" b="1">
              <a:latin typeface="Arial"/>
              <a:solidFill>
                <a:srgbClr val="85BB85"/>
              </a:solidFill>
            </a:endParaRPr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ns3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413979" y="5028077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ns3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7223" y="5937419"/>
            <a:ext cx="4734748" cy="5159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185629166"/>
      </p:ext>
    </p:extLst>
  </p:cSld>
  <p:clrMapOvr>
    <a:masterClrMapping/>
  </p:clrMapOvr>
  <p:extLst>
    <p:ext uri="{DCECCB84-F9BA-43D5-87BE-67443E8EF086}">
      <p15:sldGuideLst>
        <p15:guide id="1" orient="horz" pos="391">
          <p15:clr>
            <a:srgbClr val="E4A34C"/>
          </p15:clr>
        </p15:guide>
        <p15:guide id="2" pos="483">
          <p15:clr>
            <a:srgbClr val="E4A34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ns3:creationId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ns2:creationId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38328"/>
            <a:ext cx="9799981" cy="397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320734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924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628" y="1508760"/>
            <a:ext cx="7863840" cy="420624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32520" y="2240280"/>
            <a:ext cx="3171139" cy="3108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60520" y="1600200"/>
            <a:ext cx="7680960" cy="4114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628" y="1874520"/>
            <a:ext cx="3154680" cy="3108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60520" y="1554480"/>
            <a:ext cx="7743139" cy="146304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628" y="1874520"/>
            <a:ext cx="3154680" cy="3291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0520" y="3383280"/>
            <a:ext cx="7743139" cy="233172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628" y="1554480"/>
            <a:ext cx="7863840" cy="173736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32520" y="1874520"/>
            <a:ext cx="3171139" cy="3108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2628" y="3474720"/>
            <a:ext cx="7863840" cy="224028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val="251564292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ns2:creationId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ns2:creationId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3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3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3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059164739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52628" y="1508760"/>
            <a:ext cx="3573475" cy="2089404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52628" y="3963924"/>
            <a:ext cx="5360213" cy="175107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0184" y="1508760"/>
            <a:ext cx="3573475" cy="2089404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44361" y="3963010"/>
            <a:ext cx="5360213" cy="1751076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391863" y="1507846"/>
            <a:ext cx="3573475" cy="2089404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3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2628" y="164592"/>
            <a:ext cx="274320" cy="274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365683856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52628" y="1508760"/>
            <a:ext cx="3573475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52628" y="4113886"/>
            <a:ext cx="3573475" cy="16002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0184" y="1508760"/>
            <a:ext cx="3573475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0184" y="4112971"/>
            <a:ext cx="3573475" cy="16002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391863" y="1507846"/>
            <a:ext cx="3573475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3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391863" y="4114800"/>
            <a:ext cx="3573475" cy="16002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2628" y="164592"/>
            <a:ext cx="274320" cy="274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735362092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12494"/>
            <a:ext cx="4726263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2mas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mas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3118" y="1212494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3754526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fil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2252" y="1212494"/>
            <a:ext cx="3611880" cy="4887468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273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arrib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11377879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557784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8212" y="3754526"/>
            <a:ext cx="557784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vertical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59052" y="1212494"/>
            <a:ext cx="918972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9052" y="3754526"/>
            <a:ext cx="918972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asimetri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628" y="1463040"/>
            <a:ext cx="7680960" cy="42519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49640" y="1463040"/>
            <a:ext cx="3354019" cy="42519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tir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2628" y="1508760"/>
            <a:ext cx="11451031" cy="1078992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2628" y="3044952"/>
            <a:ext cx="11451031" cy="1078992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2628" y="4581144"/>
            <a:ext cx="11451031" cy="113385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2628" y="164592"/>
            <a:ext cx="274320" cy="274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oron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206240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07808" y="1212494"/>
            <a:ext cx="4206240" cy="201168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26080" y="4617720"/>
            <a:ext cx="6400800" cy="14630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5232" y="2889504"/>
            <a:ext cx="1737360" cy="1737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ifra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2920" y="3017520"/>
            <a:ext cx="1417320" cy="7772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02920" y="3977640"/>
            <a:ext cx="1417320" cy="77724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240280" y="1212494"/>
            <a:ext cx="4160520" cy="2286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240280" y="3749040"/>
            <a:ext cx="4160520" cy="2286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2280" y="1212494"/>
            <a:ext cx="5001768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920" y="1280160"/>
            <a:ext cx="1417320" cy="1417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cifras_y_grafico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772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343400" y="1212494"/>
            <a:ext cx="3611880" cy="10515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183880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1772" y="2606040"/>
            <a:ext cx="5577840" cy="347472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263640" y="2606040"/>
            <a:ext cx="5577840" cy="34747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  <p:sldLayoutId id="2147483625" r:id="rId26"/>
    <p:sldLayoutId id="2147483736" r:id="rId27"/>
    <p:sldLayoutId id="214748373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CA565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081F5C"/>
      </a:dk1>
      <a:lt1>
        <a:srgbClr val="FFFFFF"/>
      </a:lt1>
      <a:dk2>
        <a:srgbClr val="081F5C"/>
      </a:dk2>
      <a:lt2>
        <a:srgbClr val="F2F2F2"/>
      </a:lt2>
      <a:accent1>
        <a:srgbClr val="081F5C"/>
      </a:accent1>
      <a:accent2>
        <a:srgbClr val="CA5651"/>
      </a:accent2>
      <a:accent3>
        <a:srgbClr val="85BB85"/>
      </a:accent3>
      <a:accent4>
        <a:srgbClr val="EFD25E"/>
      </a:accent4>
      <a:accent5>
        <a:srgbClr val="BFBFBF"/>
      </a:accent5>
      <a:accent6>
        <a:srgbClr val="E4A34C"/>
      </a:accent6>
      <a:hlink>
        <a:srgbClr val="7594CC"/>
      </a:hlink>
      <a:folHlink>
        <a:srgbClr val="9688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73</cp:revision>
  <dcterms:created xsi:type="dcterms:W3CDTF">2025-07-16T05:29:30Z</dcterms:created>
  <dcterms:modified xsi:type="dcterms:W3CDTF">2026-04-17T17:03:19Z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