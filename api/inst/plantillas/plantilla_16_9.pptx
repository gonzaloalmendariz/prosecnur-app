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a16:creationId xmlns:a16="http://schemas.microsoft.com/office/drawing/2014/main"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490820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365683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4015789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