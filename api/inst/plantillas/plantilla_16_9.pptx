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1143899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270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73</cp:revision>
  <dcterms:created xsi:type="dcterms:W3CDTF">2025-07-16T05:29:30Z</dcterms:created>
  <dcterms:modified xsi:type="dcterms:W3CDTF">2026-04-17T17:03:19Z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