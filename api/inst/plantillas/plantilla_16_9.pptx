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package/2006/relationships/metadata/extended-properties" Target="docProps/app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handoutMaster" Target="handoutMasters/handoutMaster1.xml"/><Relationship Id="rId7" Type="http://schemas.openxmlformats.org/officeDocument/2006/relationships/tableStyles" Target="tableStyles.xml"/><Relationship Id="rId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26" r:id="rId27"/>
    <p:sldLayoutId id="2147483727" r:id="rId28"/>
    <p:sldLayoutId id="2147483728" r:id="rId29"/>
    <p:sldLayoutId id="2147483729" r:id="rId30"/>
    <p:sldLayoutId id="2147483730" r:id="rId31"/>
    <p:sldLayoutId id="2147483731" r:id="rId32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 Almendariz Villanueva</cp:lastModifiedBy>
  <cp:revision>73</cp:revision>
  <dcterms:created xsi:type="dcterms:W3CDTF">2025-07-16T05:29:30Z</dcterms:created>
  <dcterms:modified xsi:type="dcterms:W3CDTF">2026-04-17T17:03:19Z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