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handoutMaster" Target="handoutMasters/handoutMaster1.xml"/><Relationship Id="rId7" Type="http://schemas.openxmlformats.org/officeDocument/2006/relationships/tableStyles" Target="tableStyles.xml"/><Relationship Id="rId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 Almendariz Villanueva</cp:lastModifiedBy>
  <cp:revision>73</cp:revision>
  <dcterms:created xsi:type="dcterms:W3CDTF">2025-07-16T05:29:30Z</dcterms:created>
  <dcterms:modified xsi:type="dcterms:W3CDTF">2026-04-17T17:03:19Z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