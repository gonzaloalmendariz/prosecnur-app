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.png"/>
  <Relationship Id="rId2" Type="http://schemas.openxmlformats.org/officeDocument/2006/relationships/image" Target="../media/image1.png"/>
  <Relationship Id="rId1" Type="http://schemas.openxmlformats.org/officeDocument/2006/relationships/slideMaster" Target="../slideMasters/slideMaster1.xml"/>
  <Relationship xmlns="http://schemas.openxmlformats.org/package/2006/relationships" Id="rId4" Type="http://schemas.openxmlformats.org/officeDocument/2006/relationships/image" Target="../media/copied_master_image3.png"/>
  <Relationship xmlns="http://schemas.openxmlformats.org/package/2006/relationships" Id="rId5" Type="http://schemas.openxmlformats.org/officeDocument/2006/relationships/image" Target="../media/copied_master_image4.svg"/>
</Relationships>
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4.png"/>
  <Relationship Id="rId2" Type="http://schemas.openxmlformats.org/officeDocument/2006/relationships/image" Target="../media/image3.png"/>
  <Relationship Id="rId1" Type="http://schemas.openxmlformats.org/officeDocument/2006/relationships/slideMaster" Target="../slideMasters/slideMaster1.xml"/>
  <Relationship Id="rId5" Type="http://schemas.openxmlformats.org/officeDocument/2006/relationships/image" Target="../media/image6.png"/>
  <Relationship Id="rId4" Type="http://schemas.openxmlformats.org/officeDocument/2006/relationships/image" Target="../media/image5.png"/>
  <Relationship xmlns="http://schemas.openxmlformats.org/package/2006/relationships" Id="rId6" Type="http://schemas.openxmlformats.org/officeDocument/2006/relationships/image" Target="../media/copied_master_image3_1.png"/>
  <Relationship xmlns="http://schemas.openxmlformats.org/package/2006/relationships" Id="rId7" Type="http://schemas.openxmlformats.org/officeDocument/2006/relationships/image" Target="../media/copied_master_image4_1.svg"/>
</Relationships>
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bg xmlns:p="http://schemas.openxmlformats.org/presentationml/2006/main" xmlns:a="http://schemas.openxmlformats.org/drawingml/2006/main">
      <p:bgPr>
        <a:solidFill>
          <a:schemeClr val="accen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rosecnur:title_slide:title"/>
          <p:cNvSpPr txBox="1">
            <a:spLocks noGrp="1"/>
          </p:cNvSpPr>
          <p:nvPr>
            <p:ph type="ctrTitle"/>
          </p:nvPr>
        </p:nvSpPr>
        <p:spPr xmlns:p="http://schemas.openxmlformats.org/presentationml/2006/main" xmlns:a="http://schemas.openxmlformats.org/drawingml/2006/main">
          <a:xfrm>
            <a:off x="228600" y="1122363"/>
            <a:ext cx="11731752" cy="2387600"/>
          </a:xfrm>
        </p:spPr>
        <p:txBody xmlns:p="http://schemas.openxmlformats.org/presentationml/2006/main" xmlns:a="http://schemas.openxmlformats.org/drawingml/2006/main">
          <a:bodyPr anchor="b">
            <a:norm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17" name="prosecnur:title_slide:subtitle"/>
          <p:cNvSpPr txBox="1">
            <a:spLocks noGrp="1"/>
          </p:cNvSpPr>
          <p:nvPr>
            <p:ph type="subTitle" idx="1"/>
          </p:nvPr>
        </p:nvSpPr>
        <p:spPr xmlns:p="http://schemas.openxmlformats.org/presentationml/2006/main" xmlns:a="http://schemas.openxmlformats.org/drawingml/2006/main">
          <a:xfrm>
            <a:off x="228600" y="3602038"/>
            <a:ext cx="11731752" cy="1472867"/>
          </a:xfrm>
        </p:spPr>
        <p:txBody xmlns:p="http://schemas.openxmlformats.org/presentationml/2006/main" xmlns:a="http://schemas.openxmlformats.org/drawingml/2006/main">
          <a:bodyPr/>
          <a:lstStyle>
            <a:lvl1pPr marL="0" indent="0" algn="ctr">
              <a:buNone/>
              <a:defRPr sz="2400">
                <a:solidFill>
                  <a:schemeClr val="accent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CH" dirty="0"/>
          </a:p>
        </p:txBody>
      </p:sp>
      <p:sp>
        <p:nvSpPr>
          <p:cNvPr id="8" name="prosecnur:title_slide:date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12392000" y="7058000"/>
            <a:ext cx="1" cy="1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prosecnur:title_slide:subtexto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392000" y="7058000"/>
            <a:ext cx="1" cy="1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C0DDB8D9-0E47-4391-AFE9-718F99456D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8" name="Straight Connector 7">
            <a:extLst>
              <a:ext uri="{FF2B5EF4-FFF2-40B4-BE49-F238E27FC236}">
                <a16:creationId xmlns:a16="http://schemas.microsoft.com/office/drawing/2014/main" id="{40AC892E-58DA-46D0-80B8-443404641DAC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1185629166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rosecnur:section:title"/>
          <p:cNvSpPr txBox="1">
            <a:spLocks noGrp="1"/>
          </p:cNvSpPr>
          <p:nvPr>
            <p:ph type="title"/>
          </p:nvPr>
        </p:nvSpPr>
        <p:spPr>
          <a:xfrm>
            <a:off x="12392000" y="705800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 xmlns:p="http://schemas.openxmlformats.org/presentationml/2006/main" xmlns:a="http://schemas.openxmlformats.org/drawingml/2006/main">
        <p:nvSpPr>
          <p:cNvPr id="4" name="Rectangle 3">
            <a:extLst>
              <a:ext uri="{FF2B5EF4-FFF2-40B4-BE49-F238E27FC236}">
                <a16:creationId xmlns:a16="http://schemas.microsoft.com/office/drawing/2014/main" id="{011D9A4F-DEBD-4C52-A2D3-72D27DB6EB35}"/>
              </a:ext>
            </a:extLst>
          </p:cNvPr>
          <p:cNvSpPr/>
          <p:nvPr userDrawn="1"/>
        </p:nvSpPr>
        <p:spPr>
          <a:xfrm>
            <a:off x="-1524" y="6035040"/>
            <a:ext cx="1219200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4AD7F306-7A23-48E0-8393-9C5704241A3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220" name="prosecnur:section:accent"/>
          <p:cNvSpPr/>
          <p:nvPr userDrawn="1"/>
        </p:nvSpPr>
        <p:spPr>
          <a:xfrm>
            <a:off x="740664" y="2686050"/>
            <a:ext cx="118872" cy="1005840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val="1161499325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1735362092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slideLayout" Target="../slideLayouts/slideLayout13.xml"/>
  <Relationship Id="rId18" Type="http://schemas.openxmlformats.org/officeDocument/2006/relationships/slideLayout" Target="../slideLayouts/slideLayout18.xml"/>
  <Relationship Id="rId3" Type="http://schemas.openxmlformats.org/officeDocument/2006/relationships/slideLayout" Target="../slideLayouts/slideLayout3.xml"/>
  <Relationship Id="rId21" Type="http://schemas.openxmlformats.org/officeDocument/2006/relationships/slideLayout" Target="../slideLayouts/slideLayout21.xml"/>
  <Relationship Id="rId7" Type="http://schemas.openxmlformats.org/officeDocument/2006/relationships/slideLayout" Target="../slideLayouts/slideLayout7.xml"/>
  <Relationship Id="rId12" Type="http://schemas.openxmlformats.org/officeDocument/2006/relationships/slideLayout" Target="../slideLayouts/slideLayout12.xml"/>
  <Relationship Id="rId17" Type="http://schemas.openxmlformats.org/officeDocument/2006/relationships/slideLayout" Target="../slideLayouts/slideLayout17.xml"/>
  <Relationship Id="rId25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6" Type="http://schemas.openxmlformats.org/officeDocument/2006/relationships/slideLayout" Target="../slideLayouts/slideLayout16.xml"/>
  <Relationship Id="rId20" Type="http://schemas.openxmlformats.org/officeDocument/2006/relationships/slideLayout" Target="../slideLayouts/slideLayout20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24" Type="http://schemas.openxmlformats.org/officeDocument/2006/relationships/slideLayout" Target="../slideLayouts/slideLayout24.xml"/>
  <Relationship Id="rId5" Type="http://schemas.openxmlformats.org/officeDocument/2006/relationships/slideLayout" Target="../slideLayouts/slideLayout5.xml"/>
  <Relationship Id="rId15" Type="http://schemas.openxmlformats.org/officeDocument/2006/relationships/slideLayout" Target="../slideLayouts/slideLayout15.xml"/>
  <Relationship Id="rId23" Type="http://schemas.openxmlformats.org/officeDocument/2006/relationships/slideLayout" Target="../slideLayouts/slideLayout23.xml"/>
  <Relationship Id="rId10" Type="http://schemas.openxmlformats.org/officeDocument/2006/relationships/slideLayout" Target="../slideLayouts/slideLayout10.xml"/>
  <Relationship Id="rId19" Type="http://schemas.openxmlformats.org/officeDocument/2006/relationships/slideLayout" Target="../slideLayouts/slideLayout19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  <Relationship Id="rId14" Type="http://schemas.openxmlformats.org/officeDocument/2006/relationships/slideLayout" Target="../slideLayouts/slideLayout14.xml"/>
  <Relationship Id="rId22" Type="http://schemas.openxmlformats.org/officeDocument/2006/relationships/slideLayout" Target="../slideLayouts/slideLayout22.xml"/>
  <Relationship xmlns="http://schemas.openxmlformats.org/package/2006/relationships" Id="rId26" Type="http://schemas.openxmlformats.org/officeDocument/2006/relationships/image" Target="../media/copied_master_image1.png"/>
  <Relationship xmlns="http://schemas.openxmlformats.org/package/2006/relationships" Id="rId27" Type="http://schemas.openxmlformats.org/officeDocument/2006/relationships/image" Target="../media/copied_master_image2.svg"/>
<Relationship Id="rId28" Type="http://schemas.openxmlformats.org/officeDocument/2006/relationships/slideLayout" Target="../slideLayouts/slideLayout25.xml"/><Relationship Id="rId29" Type="http://schemas.openxmlformats.org/officeDocument/2006/relationships/slideLayout" Target="../slideLayouts/slideLayout26.xml"/><Relationship Id="rId30" Type="http://schemas.openxmlformats.org/officeDocument/2006/relationships/slideLayout" Target="../slideLayouts/slideLayout27.xml"/><Relationship Id="rId31" Type="http://schemas.openxmlformats.org/officeDocument/2006/relationships/slideLayout" Target="../slideLayouts/slideLayout28.xml"/><Relationship Id="rId32" Type="http://schemas.openxmlformats.org/officeDocument/2006/relationships/slideLayout" Target="../slideLayouts/slideLayout29.xml"/><Relationship Id="rId33" Type="http://schemas.openxmlformats.org/officeDocument/2006/relationships/slideLayout" Target="../slideLayouts/slideLayout30.xml"/><Relationship Id="rId34" Type="http://schemas.openxmlformats.org/officeDocument/2006/relationships/slideLayout" Target="../slideLayouts/slideLayout31.xml"/><Relationship Id="rId35" Type="http://schemas.openxmlformats.org/officeDocument/2006/relationships/slideLayout" Target="../slideLayouts/slideLayout32.xml"/><Relationship Id="rId36" Type="http://schemas.openxmlformats.org/officeDocument/2006/relationships/slideLayout" Target="../slideLayouts/slideLayout33.xml"/><Relationship Id="rId37" Type="http://schemas.openxmlformats.org/officeDocument/2006/relationships/slideLayout" Target="../slideLayouts/slideLayout34.xml"/><Relationship Id="rId38" Type="http://schemas.openxmlformats.org/officeDocument/2006/relationships/slideLayout" Target="../slideLayouts/slideLayout35.xml"/></Relationships>
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 xmlns:p="http://schemas.openxmlformats.org/presentationml/2006/main" xmlns:a="http://schemas.openxmlformats.org/drawingml/2006/main"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4" name="Graphic 3">
            <a:extLst>
              <a:ext uri="{FF2B5EF4-FFF2-40B4-BE49-F238E27FC236}">
                <a16:creationId xmlns:a16="http://schemas.microsoft.com/office/drawing/2014/main" id="{28CE3A90-11C1-4290-8A18-B460A5CC1023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46899" y="6217920"/>
            <a:ext cx="1913453" cy="457200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5" name="Straight Connector 4">
            <a:extLst>
              <a:ext uri="{FF2B5EF4-FFF2-40B4-BE49-F238E27FC236}">
                <a16:creationId xmlns:a16="http://schemas.microsoft.com/office/drawing/2014/main" id="{5E2A0459-A2BC-4EE0-86A0-58CC0AA8D65E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8"/>
    <p:sldLayoutId id="2147483736" r:id="rId29"/>
    <p:sldLayoutId id="2147483737" r:id="rId30"/>
    <p:sldLayoutId id="2147483728" r:id="rId31"/>
    <p:sldLayoutId id="2147483729" r:id="rId32"/>
    <p:sldLayoutId id="2147483730" r:id="rId33"/>
    <p:sldLayoutId id="2147483731" r:id="rId34"/>
    <p:sldLayoutId id="2147483732" r:id="rId35"/>
    <p:sldLayoutId id="2147483733" r:id="rId36"/>
    <p:sldLayoutId id="2147483734" r:id="rId37"/>
    <p:sldLayoutId id="2147483735" r:id="rId38"/>
  </p:sldLayoutIdLst>
  <p:txStyles xmlns:p="http://schemas.openxmlformats.org/presentationml/2006/main" xmlns:a="http://schemas.openxmlformats.org/drawingml/2006/main"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="1" kern="1200" sz="4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Clr>
          <a:schemeClr val="accent1"/>
        </a:buClr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xmlns:a="http://schemas.openxmlformats.org/drawingml/2006/main" name="Custom 1">
      <a:dk1>
        <a:srgbClr val="1A1A1A"/>
      </a:dk1>
      <a:lt1>
        <a:sysClr val="window" lastClr="FFFFFF"/>
      </a:lt1>
      <a:dk2>
        <a:srgbClr val="1A1A1A"/>
      </a:dk2>
      <a:lt2>
        <a:srgbClr val="FFFFFF"/>
      </a:lt2>
      <a:accent1>
        <a:srgbClr val="0072BC"/>
      </a:accent1>
      <a:accent2>
        <a:srgbClr val="18375F"/>
      </a:accent2>
      <a:accent3>
        <a:srgbClr val="00B398"/>
      </a:accent3>
      <a:accent4>
        <a:srgbClr val="666666"/>
      </a:accent4>
      <a:accent5>
        <a:srgbClr val="EF4A60"/>
      </a:accent5>
      <a:accent6>
        <a:srgbClr val="FAEB00"/>
      </a:accent6>
      <a:hlink>
        <a:srgbClr val="0072BC"/>
      </a:hlink>
      <a:folHlink>
        <a:srgbClr val="0072BC"/>
      </a:folHlink>
    </a:clrScheme>
    <a:fontScheme xmlns:a="http://schemas.openxmlformats.org/drawingml/2006/main" name="UNHCR-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xmlns:a="http://schemas.openxmlformats.org/drawingml/2006/main"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