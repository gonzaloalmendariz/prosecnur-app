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54" autoAdjust="0"/>
    <p:restoredTop sz="94726"/>
  </p:normalViewPr>
  <p:slideViewPr>
    <p:cSldViewPr snapToGrid="0">
      <p:cViewPr varScale="1">
        <p:scale>
          <a:sx n="117" d="100"/>
          <a:sy n="117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38294C7-ABDE-48DB-8562-356CD46C99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17344B-5E31-B92D-CEF0-C9E62F7D3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F37BE-63F7-D04E-AEC4-DC43A32AA23E}" type="datetimeFigureOut">
              <a:rPr lang="en-PE" smtClean="0"/>
              <a:t>17/04/26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A49C1-6759-4BD3-8AF1-54DC5B70E34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54526-EBE0-BF7C-3A50-49D5450610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2A19B-43E0-1847-B01C-CD0E42EA1A1B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70983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Master" Target="../slideMasters/slideMaster1.xml"/>
  <Relationship xmlns="http://schemas.openxmlformats.org/package/2006/relationships" Id="rId4" Type="http://schemas.openxmlformats.org/officeDocument/2006/relationships/image" Target="../media/copied_master_image3.png"/>
  <Relationship xmlns="http://schemas.openxmlformats.org/package/2006/relationships" Id="rId5" Type="http://schemas.openxmlformats.org/officeDocument/2006/relationships/image" Target="../media/copied_master_image4.svg"/>
</Relationships>

</file>

<file path=ppt/slideLayouts/_rels/slideLayout2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4.png"/>
  <Relationship Id="rId2" Type="http://schemas.openxmlformats.org/officeDocument/2006/relationships/image" Target="../media/image3.png"/>
  <Relationship Id="rId1" Type="http://schemas.openxmlformats.org/officeDocument/2006/relationships/slideMaster" Target="../slideMasters/slideMaster1.xml"/>
  <Relationship Id="rId5" Type="http://schemas.openxmlformats.org/officeDocument/2006/relationships/image" Target="../media/image6.png"/>
  <Relationship Id="rId4" Type="http://schemas.openxmlformats.org/officeDocument/2006/relationships/image" Target="../media/image5.png"/>
  <Relationship xmlns="http://schemas.openxmlformats.org/package/2006/relationships" Id="rId6" Type="http://schemas.openxmlformats.org/officeDocument/2006/relationships/image" Target="../media/copied_master_image3_1.png"/>
  <Relationship xmlns="http://schemas.openxmlformats.org/package/2006/relationships" Id="rId7" Type="http://schemas.openxmlformats.org/officeDocument/2006/relationships/image" Target="../media/copied_master_image4_1.svg"/>
</Relationships>
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  <Relationship Id="rId1" Type="http://schemas.openxmlformats.org/officeDocument/2006/relationships/slideMaster" Target="../slideMasters/slideMaster1.xml"/>
</Relationships>
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Portada" preserve="1" userDrawn="1">
  <p:cSld name="Title Slide">
    <p:bg xmlns:p="http://schemas.openxmlformats.org/presentationml/2006/main" xmlns:a="http://schemas.openxmlformats.org/drawingml/2006/main">
      <p:bgPr>
        <a:solidFill>
          <a:schemeClr val="accen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osecnur:title_slide:title"/>
          <p:cNvSpPr txBox="1">
            <a:spLocks noGrp="1"/>
          </p:cNvSpPr>
          <p:nvPr>
            <p:ph type="ctrTitle"/>
          </p:nvPr>
        </p:nvSpPr>
        <p:spPr xmlns:p="http://schemas.openxmlformats.org/presentationml/2006/main" xmlns:a="http://schemas.openxmlformats.org/drawingml/2006/main">
          <a:xfrm>
            <a:off x="228600" y="1122363"/>
            <a:ext cx="11731752" cy="2387600"/>
          </a:xfrm>
        </p:spPr>
        <p:txBody xmlns:p="http://schemas.openxmlformats.org/presentationml/2006/main" xmlns:a="http://schemas.openxmlformats.org/drawingml/2006/main">
          <a:bodyPr anchor="b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17" name="prosecnur:title_slide:subtitle"/>
          <p:cNvSpPr txBox="1">
            <a:spLocks noGrp="1"/>
          </p:cNvSpPr>
          <p:nvPr>
            <p:ph type="subTitle" idx="1"/>
          </p:nvPr>
        </p:nvSpPr>
        <p:spPr xmlns:p="http://schemas.openxmlformats.org/presentationml/2006/main" xmlns:a="http://schemas.openxmlformats.org/drawingml/2006/main">
          <a:xfrm>
            <a:off x="228600" y="3602038"/>
            <a:ext cx="11731752" cy="1472867"/>
          </a:xfrm>
        </p:spPr>
        <p:txBody xmlns:p="http://schemas.openxmlformats.org/presentationml/2006/main" xmlns:a="http://schemas.openxmlformats.org/drawingml/2006/main">
          <a:bodyPr/>
          <a:lstStyle>
            <a:lvl1pPr marL="0" indent="0" algn="ctr">
              <a:buNone/>
              <a:defRPr sz="24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H" dirty="0"/>
          </a:p>
        </p:txBody>
      </p:sp>
      <p:sp>
        <p:nvSpPr>
          <p:cNvPr id="8" name="prosecnur:title_slide:date">
            <a:extLst>
              <a:ext uri="{FF2B5EF4-FFF2-40B4-BE49-F238E27FC236}">
                <ns3:creationId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12392000" y="7058000"/>
            <a:ext cx="1" cy="1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ctr">
              <a:defRPr lang="es-PE" sz="1800" smtClean="0">
                <a:solidFill>
                  <a:srgbClr val="081F5C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81F5C"/>
              </a:buClr>
              <a:buSzPts val="1800"/>
            </a:pPr>
            <a:fld id="{75C70C58-02E6-BE4A-9320-917330A400ED}" type="datetimeFigureOut">
              <a:rPr lang="en-PE" smtClean="0"/>
              <a:pPr>
                <a:lnSpc>
                  <a:spcPct val="90000"/>
                </a:lnSpc>
                <a:buClr>
                  <a:srgbClr val="081F5C"/>
                </a:buClr>
                <a:buSzPts val="1800"/>
              </a:pPr>
              <a:t>17/04/26</a:t>
            </a:fld>
            <a:endParaRPr lang="en-PE" dirty="0"/>
          </a:p>
        </p:txBody>
      </p:sp>
      <p:sp>
        <p:nvSpPr>
          <p:cNvPr id="4" name="prosecnur:title_slide:subtexto">
            <a:extLst>
              <a:ext uri="{FF2B5EF4-FFF2-40B4-BE49-F238E27FC236}">
                <ns3:creationId id="{F2FE6A90-009D-6D0B-149C-A6854054CF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392000" y="7058000"/>
            <a:ext cx="1" cy="1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7" name="Graphic 6">
            <a:extLst>
              <a:ext uri="{FF2B5EF4-FFF2-40B4-BE49-F238E27FC236}">
                <a16:creationId xmlns:a16="http://schemas.microsoft.com/office/drawing/2014/main" id="{C0DDB8D9-0E47-4391-AFE9-718F99456D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  <p:cxnSp xmlns:p="http://schemas.openxmlformats.org/presentationml/2006/main" xmlns:a="http://schemas.openxmlformats.org/drawingml/2006/main">
        <p:nvCxnSpPr>
          <p:cNvPr id="8" name="Straight Connector 7">
            <a:extLst>
              <a:ext uri="{FF2B5EF4-FFF2-40B4-BE49-F238E27FC236}">
                <a16:creationId xmlns:a16="http://schemas.microsoft.com/office/drawing/2014/main" id="{40AC892E-58DA-46D0-80B8-443404641DAC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185629166"/>
      </p:ext>
    </p:extLst>
  </p:cSld>
  <p:clrMapOvr xmlns:p="http://schemas.openxmlformats.org/presentationml/2006/main" xmlns:a="http://schemas.openxmlformats.org/drawingml/2006/main">
    <a:masterClrMapping/>
  </p:clrMapOvr>
  <p:extLst>
    <p:ext uri="{DCECCB84-F9BA-43D5-87BE-67443E8EF086}">
      <p15:sldGuideLst>
        <p15:guide id="1" orient="horz" pos="391">
          <p15:clr>
            <a:srgbClr val="E4A34C"/>
          </p15:clr>
        </p15:guide>
        <p15:guide id="2" pos="483">
          <p15:clr>
            <a:srgbClr val="E4A34C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r="http://schemas.openxmlformats.org/officeDocument/2006/relationships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rosecnur:section:title"/>
          <p:cNvSpPr txBox="1">
            <a:spLocks noGrp="1"/>
          </p:cNvSpPr>
          <p:nvPr>
            <p:ph type="title"/>
          </p:nvPr>
        </p:nvSpPr>
        <p:spPr>
          <a:xfrm>
            <a:off x="12392000" y="7058000"/>
            <a:ext cx="1" cy="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4" name="Rectangle 3">
            <a:extLst>
              <a:ext uri="{FF2B5EF4-FFF2-40B4-BE49-F238E27FC236}">
                <a16:creationId xmlns:a16="http://schemas.microsoft.com/office/drawing/2014/main" id="{011D9A4F-DEBD-4C52-A2D3-72D27DB6EB35}"/>
              </a:ext>
            </a:extLst>
          </p:cNvPr>
          <p:cNvSpPr/>
          <p:nvPr userDrawn="1"/>
        </p:nvSpPr>
        <p:spPr>
          <a:xfrm>
            <a:off x="-1524" y="6035040"/>
            <a:ext cx="12192000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7" name="Graphic 6">
            <a:extLst>
              <a:ext uri="{FF2B5EF4-FFF2-40B4-BE49-F238E27FC236}">
                <a16:creationId xmlns:a16="http://schemas.microsoft.com/office/drawing/2014/main" id="{4AD7F306-7A23-48E0-8393-9C5704241A3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46899" y="6217922"/>
            <a:ext cx="1913453" cy="457196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220" name="prosecnur:section:accent"/>
          <p:cNvSpPr/>
          <p:nvPr userDrawn="1"/>
        </p:nvSpPr>
        <p:spPr>
          <a:xfrm>
            <a:off x="740664" y="2686050"/>
            <a:ext cx="118872" cy="1005840"/>
          </a:xfrm>
          <a:prstGeom prst="roundRect">
            <a:avLst>
              <a:gd name="adj" fmla="val 50000"/>
            </a:avLst>
          </a:prstGeom>
          <a:solidFill>
            <a:srgbClr val="0072BC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val="1161499325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E427CC29-905D-BA98-A5A4-B7B9F878F0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88235" y="1162878"/>
            <a:ext cx="11439939" cy="5068958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itle 1">
            <a:extLst>
              <a:ext uri="{FF2B5EF4-FFF2-40B4-BE49-F238E27FC236}">
                <ns2:creationId id="{4171F0F9-C2A2-7009-053C-1D072BFE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235" y="195961"/>
            <a:ext cx="979998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ns2:creationId id="{7F88E7A4-05C3-50CF-1083-330AAF17F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235" y="6327467"/>
            <a:ext cx="2822713" cy="334572"/>
          </a:xfrm>
        </p:spPr>
        <p:txBody>
          <a:bodyPr lIns="90000" anchor="ctr" anchorCtr="0">
            <a:noAutofit/>
          </a:bodyPr>
          <a:lstStyle>
            <a:lvl1pPr algn="l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ns2:creationId id="{3D5B4322-3F63-D11D-E929-B96FF27027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8685" y="6327467"/>
            <a:ext cx="3359062" cy="334572"/>
          </a:xfrm>
        </p:spPr>
        <p:txBody>
          <a:bodyPr lIns="90000" anchor="ctr" anchorCtr="0">
            <a:noAutofit/>
          </a:bodyPr>
          <a:lstStyle>
            <a:lvl1pPr algn="r">
              <a:defRPr sz="1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val="95656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540000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1103243"/>
            <a:ext cx="11440491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01564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unabar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1143899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0" y="2057400"/>
            <a:ext cx="11440491" cy="2971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11544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Graficos_2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5128593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5414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4_pane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1073427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4" name="Picture Placeholder 7">
            <a:extLst>
              <a:ext uri="{FF2B5EF4-FFF2-40B4-BE49-F238E27FC236}">
                <ns2:creationId id="{0E7618E8-58EE-9156-FDF0-B54A424681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86810"/>
            <a:ext cx="5584687" cy="2415522"/>
          </a:xfrm>
        </p:spPr>
        <p:txBody>
          <a:bodyPr/>
          <a:lstStyle/>
          <a:p>
            <a:endParaRPr lang="en-PE"/>
          </a:p>
        </p:txBody>
      </p:sp>
      <p:sp>
        <p:nvSpPr>
          <p:cNvPr id="5" name="Picture Placeholder 7">
            <a:extLst>
              <a:ext uri="{FF2B5EF4-FFF2-40B4-BE49-F238E27FC236}">
                <ns2:creationId id="{38CBF1DD-784B-51FC-9DCA-E12D257356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90860" y="3756994"/>
            <a:ext cx="5584687" cy="2415522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23065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s_2columnas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445026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20E02211-8E49-B661-C872-8E183915B0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90860" y="2415210"/>
            <a:ext cx="5584687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170000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6108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1_Grafico_narrat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2388231"/>
            <a:ext cx="11658045" cy="37800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4" name="Text Placeholder 9">
            <a:extLst>
              <a:ext uri="{FF2B5EF4-FFF2-40B4-BE49-F238E27FC236}">
                <ns2:creationId id="{61A9EDCB-A616-0C04-CD06-97F151584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499" y="1145623"/>
            <a:ext cx="11658047" cy="1070364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8422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783954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grafico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5128593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778155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lef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3304" y="1088800"/>
            <a:ext cx="5584687" cy="2458800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" y="1088181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131479D-68A2-D884-02BA-6963681FAC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3303" y="3758593"/>
            <a:ext cx="5584687" cy="24588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142224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right_2graficos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61B1F1-83C7-C3F7-BF29-A7102FCCB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00" y="119062"/>
            <a:ext cx="9730221" cy="846037"/>
          </a:xfrm>
        </p:spPr>
        <p:txBody>
          <a:bodyPr/>
          <a:lstStyle/>
          <a:p>
            <a:r>
              <a:rPr lang="en-US" dirty="0" sz="2400" b="1">
                <a:latin typeface="Arial"/>
                <a:solidFill>
                  <a:srgbClr val="1A1A1A"/>
                </a:solidFill>
              </a:rPr>
              <a:t>Click to edit Master title style</a:t>
            </a:r>
            <a:endParaRPr lang="en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ns2:creationId id="{0FB415E7-8491-13B2-0A7D-52BF25F1EA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7501" y="1103243"/>
            <a:ext cx="5584687" cy="2455279"/>
          </a:xfrm>
        </p:spPr>
        <p:txBody>
          <a:bodyPr/>
          <a:lstStyle/>
          <a:p>
            <a:endParaRPr lang="en-PE"/>
          </a:p>
        </p:txBody>
      </p:sp>
      <p:sp>
        <p:nvSpPr>
          <p:cNvPr id="10" name="Text Placeholder 9">
            <a:extLst>
              <a:ext uri="{FF2B5EF4-FFF2-40B4-BE49-F238E27FC236}">
                <ns2:creationId id="{F97A4842-2728-8D6A-D2DE-B6E2062C5B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7500" y="6340475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1" name="Text Placeholder 9">
            <a:extLst>
              <a:ext uri="{FF2B5EF4-FFF2-40B4-BE49-F238E27FC236}">
                <ns2:creationId id="{6C0D5753-3F06-573C-2A52-4C7432C384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2362" y="6340475"/>
            <a:ext cx="4285629" cy="398463"/>
          </a:xfrm>
        </p:spPr>
        <p:txBody>
          <a:bodyPr>
            <a:noAutofit/>
          </a:bodyPr>
          <a:lstStyle>
            <a:lvl1pPr algn="r">
              <a:defRPr sz="1100"/>
            </a:lvl1pPr>
            <a:lvl2pPr algn="r">
              <a:defRPr sz="1000"/>
            </a:lvl2pPr>
            <a:lvl3pPr algn="r">
              <a:defRPr sz="1000"/>
            </a:lvl3pPr>
            <a:lvl4pPr algn="r">
              <a:defRPr sz="1000"/>
            </a:lvl4pPr>
            <a:lvl5pPr algn="r"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5" name="Text Placeholder 4">
            <a:extLst>
              <a:ext uri="{FF2B5EF4-FFF2-40B4-BE49-F238E27FC236}">
                <ns2:creationId id="{435BB44E-5E11-7069-DE99-4EBA2B80A9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73926" y="1103313"/>
            <a:ext cx="5584687" cy="51292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7">
            <a:extLst>
              <a:ext uri="{FF2B5EF4-FFF2-40B4-BE49-F238E27FC236}">
                <ns2:creationId id="{AC1445B0-35E6-144B-ABE2-439E7DA675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7501" y="3747052"/>
            <a:ext cx="5584687" cy="2455279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3212213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81F5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CA565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val="80885163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3_Índice" preserve="1" userDrawn="1">
  <p:cSld name="Indice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ns2:creationId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ns2:creationId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ns2:creationId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ns2:creationId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ns2:creationId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ns2:creationId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7594C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ns2:creationId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E4A3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ns2:creationId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688D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ns2:creationId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EFD25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ns2:creationId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ns2:creationId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ns2:creationId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ns2:creationId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ns2:creationId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ns2:creationId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D8D8D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1F5C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81F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81F5C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ns2:creationId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CA565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ns2:creationId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ns2:creationId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D8D8D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81F5C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81F5C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ns2:creationId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ns2:creationId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85BB85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ns2:creationId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CA565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</p:grpSp>
        <p:sp>
          <p:nvSpPr>
            <p:cNvPr id="87" name="Rectángulo 86">
              <a:extLst>
                <a:ext uri="{FF2B5EF4-FFF2-40B4-BE49-F238E27FC236}">
                  <ns2:creationId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81F5C"/>
                </a:buClr>
                <a:buSzPct val="100000"/>
                <a:buNone/>
              </a:pPr>
              <a:r>
                <a:rPr lang="es-PE" sz="3600" b="1" dirty="0">
                  <a:solidFill>
                    <a:srgbClr val="081F5C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val="251564292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Objetivos_Secci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ns2:creationId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" anchor="ctr">
            <a:normAutofit/>
          </a:bodyPr>
          <a:lstStyle>
            <a:lvl1pPr>
              <a:defRPr sz="2400" b="1">
                <a:latin typeface="Arial"/>
                <a:solidFill>
                  <a:srgbClr val="1A1A1A"/>
                </a:solidFill>
              </a:defRPr>
            </a:lvl1pPr>
          </a:lstStyle>
          <a:p>
            <a:endParaRPr lang="es-PE"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ns2:creationId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ns2:creationId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ns2:creationId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ns2:creationId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cxnSp>
        <p:nvCxnSpPr>
          <p:cNvPr id="16" name="Google Shape;72;p48">
            <a:extLst>
              <a:ext uri="{FF2B5EF4-FFF2-40B4-BE49-F238E27FC236}">
                <ns2:creationId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ns2:creationId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ns2:creationId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ns2:creationId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ns2:creationId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ns2:creationId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81F5C"/>
                </a:solidFill>
              </a:defRPr>
            </a:lvl1pPr>
            <a:lvl2pPr algn="just">
              <a:defRPr sz="2000" b="0">
                <a:solidFill>
                  <a:srgbClr val="081F5C"/>
                </a:solidFill>
              </a:defRPr>
            </a:lvl2pPr>
            <a:lvl3pPr algn="just">
              <a:defRPr sz="2000" b="0">
                <a:solidFill>
                  <a:srgbClr val="081F5C"/>
                </a:solidFill>
              </a:defRPr>
            </a:lvl3pPr>
            <a:lvl4pPr algn="just">
              <a:defRPr sz="2000" b="0">
                <a:solidFill>
                  <a:srgbClr val="081F5C"/>
                </a:solidFill>
              </a:defRPr>
            </a:lvl4pPr>
            <a:lvl5pPr algn="just">
              <a:defRPr sz="2000" b="0">
                <a:solidFill>
                  <a:srgbClr val="081F5C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val="3946334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latin typeface="Arial"/>
                <a:solidFill>
                  <a:srgbClr val="081F5C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CA565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7594C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400" u="none" b="1">
                <a:latin typeface="Arial"/>
                <a:solidFill>
                  <a:srgbClr val="1A1A1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1400" b="0">
                <a:solidFill>
                  <a:srgbClr val="081F5C"/>
                </a:solidFill>
                <a:latin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400" b="0">
                <a:latin typeface="Arial"/>
                <a:solidFill>
                  <a:srgbClr val="081F5C"/>
                </a:solidFill>
              </a:defRPr>
            </a:lvl9pPr>
          </a:lstStyle>
          <a:p>
            <a:pPr lvl="0" algn="just">
              <a:lnSpc>
                <a:spcPct val="100000"/>
              </a:lnSpc>
            </a:pPr>
            <a:r>
              <a:rPr lang="es-MX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</p:txBody>
      </p:sp>
    </p:spTree>
    <p:extLst>
      <p:ext uri="{BB962C8B-B14F-4D97-AF65-F5344CB8AC3E}">
        <p14:creationId val="2275540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ns2:creationId id="{61DE5BAB-AAF2-6FE6-0DA4-2939684952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PE"/>
          </a:p>
        </p:txBody>
      </p:sp>
    </p:spTree>
    <p:extLst>
      <p:ext uri="{BB962C8B-B14F-4D97-AF65-F5344CB8AC3E}">
        <p14:creationId val="2321386189"/>
      </p:ext>
    </p:extLst>
  </p:cSld>
  <p:clrMapOvr xmlns:p="http://schemas.openxmlformats.org/presentationml/2006/main" xmlns:a="http://schemas.openxmlformats.org/drawingml/2006/main">
    <a:masterClrMapping/>
  </p:clrMapOvr>
</p:sldLayout>
</file>

<file path=ppt/slideLayouts/slideLayout1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userDrawn="1">
  <p:cSld name="poblacion_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2" name="Place holder 1">
            <a:extLst>
              <a:ext uri="{FF2B5EF4-FFF2-40B4-BE49-F238E27FC236}">
                <ns3:creationId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599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Place holder 2">
            <a:extLst>
              <a:ext uri="{FF2B5EF4-FFF2-40B4-BE49-F238E27FC236}">
                <ns3:creationId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192617" y="1300480"/>
            <a:ext cx="4643783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7" name="Content Placeholder 5">
            <a:extLst>
              <a:ext uri="{FF2B5EF4-FFF2-40B4-BE49-F238E27FC236}">
                <ns3:creationId id="{83AD1074-19AE-D0A2-2BA6-5761413F4BA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059164739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23574"/>
            <a:ext cx="4726263" cy="23453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13105" y="3756429"/>
            <a:ext cx="4726264" cy="2345359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414524" y="4211584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126857" y="4201698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Content Placeholder 5">
            <a:extLst>
              <a:ext uri="{FF2B5EF4-FFF2-40B4-BE49-F238E27FC236}">
                <ns3:creationId id="{9BEDF34F-2A23-8AB4-5FA9-9E69BEAAC3C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7036" y="3153394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3365683856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464" y="1461329"/>
            <a:ext cx="365062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61465" y="4201698"/>
            <a:ext cx="3650619" cy="187200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079916" y="1461329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079915" y="4199144"/>
            <a:ext cx="3594362" cy="1872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298820" y="1184305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5" name="Picture Placeholder 5">
            <a:extLst>
              <a:ext uri="{FF2B5EF4-FFF2-40B4-BE49-F238E27FC236}">
                <ns3:creationId id="{A7FD9B9D-2056-3C8B-7D67-BE465E5460E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4298819" y="4435107"/>
            <a:ext cx="3594360" cy="1872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516217" y="3082608"/>
            <a:ext cx="1386773" cy="1387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ns2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Título y objetos" preserve="1" userDrawn="1">
  <p:cSld name="Title and Conte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ns2:creationId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464" y="1341783"/>
            <a:ext cx="11358562" cy="2555271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0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400" b="0" i="1" u="none" strike="noStrike" cap="none" dirty="0">
                <a:solidFill>
                  <a:srgbClr val="081F5C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Haga clic para modificar los estilos de texto del patrón</a:t>
            </a:r>
          </a:p>
          <a:p>
            <a:pPr lvl="1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Segundo nivel</a:t>
            </a:r>
          </a:p>
          <a:p>
            <a:pPr lvl="2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Tercer nivel</a:t>
            </a:r>
          </a:p>
          <a:p>
            <a:pPr lvl="3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Cuarto nivel</a:t>
            </a:r>
          </a:p>
          <a:p>
            <a:pPr lvl="4" algn="just">
              <a:lnSpc>
                <a:spcPct val="100000"/>
              </a:lnSpc>
            </a:pPr>
            <a:r>
              <a:rPr lang="es-MX" dirty="0" sz="1400" b="0">
                <a:latin typeface="Arial"/>
                <a:solidFill>
                  <a:srgbClr val="081F5C"/>
                </a:solidFill>
              </a:rPr>
              <a:t>Quinto nivel</a:t>
            </a:r>
            <a:endParaRPr lang="es-PE" dirty="0" sz="1400" b="0">
              <a:latin typeface="Arial"/>
              <a:solidFill>
                <a:srgbClr val="081F5C"/>
              </a:solidFill>
            </a:endParaRPr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dirty="0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val="1735362092"/>
      </p:ext>
    </p:extLst>
  </p:cSld>
  <p:clrMapOvr xmlns:p="http://schemas.openxmlformats.org/presentationml/2006/main" xmlns:a="http://schemas.openxmlformats.org/drawingml/2006/main"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Título 6">
            <a:extLst>
              <a:ext uri="{FF2B5EF4-FFF2-40B4-BE49-F238E27FC236}">
                <ns3:creationId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lang="es-PE" sz="2400" b="1">
              <a:latin typeface="Arial"/>
              <a:solidFill>
                <a:srgbClr val="1A1A1A"/>
              </a:solidFill>
            </a:endParaRPr>
          </a:p>
        </p:txBody>
      </p:sp>
    </p:spTree>
    <p:extLst>
      <p:ext uri="{BB962C8B-B14F-4D97-AF65-F5344CB8AC3E}">
        <p14:creationId val="304183648"/>
      </p:ext>
    </p:extLst>
  </p:cSld>
  <p:clrMapOvr>
    <a:masterClrMapping/>
  </p:clrMapOvr>
  <p:extLst>
    <p:ext uri="{DCECCB84-F9BA-43D5-87BE-67443E8EF086}">
      <p15:sldGuideLst>
        <p15:guide id="1" orient="horz" pos="2160" userDrawn="1">
          <p15:clr>
            <a:srgbClr val="E4A34C"/>
          </p15:clr>
        </p15:guide>
        <p15:guide id="2" pos="3840" userDrawn="1">
          <p15:clr>
            <a:srgbClr val="E4A34C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962" y="1212850"/>
            <a:ext cx="4726263" cy="2345359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465" y="3754437"/>
            <a:ext cx="4726786" cy="2345359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05" y="1212494"/>
            <a:ext cx="4726263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1701" y="2885037"/>
            <a:ext cx="1737928" cy="1738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2mas1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mas2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726534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3118" y="1212494"/>
            <a:ext cx="4726534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13118" y="3754526"/>
            <a:ext cx="4726534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fil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2252" y="1212494"/>
            <a:ext cx="3611880" cy="4887468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42732" y="1212494"/>
            <a:ext cx="361188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3_1arrib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11377879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61772" y="3754526"/>
            <a:ext cx="557784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68212" y="3754526"/>
            <a:ext cx="557784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vertical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59052" y="1212494"/>
            <a:ext cx="9189720" cy="2345436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59052" y="3754526"/>
            <a:ext cx="9189720" cy="2345436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graficos_2_asimetrico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6949440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1252" y="1920240"/>
            <a:ext cx="4114800" cy="34747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tir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11680" y="1212494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11680" y="2926080"/>
            <a:ext cx="9802368" cy="141732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1680" y="4663440"/>
            <a:ext cx="9802368" cy="14173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2920" y="2834640"/>
            <a:ext cx="1234440" cy="1234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oron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1772" y="1212494"/>
            <a:ext cx="4206240" cy="201168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07808" y="1212494"/>
            <a:ext cx="4206240" cy="201168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26080" y="4617720"/>
            <a:ext cx="6400800" cy="14630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15" name="Content Placeholder 5">
            <a:extLst>
              <a:ext uri="{FF2B5EF4-FFF2-40B4-BE49-F238E27FC236}">
                <ns3:creationId id="{90549C15-2749-16D6-FCA5-952FD115553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5232" y="2889504"/>
            <a:ext cx="1737360" cy="1737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1490820941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poblacion_3_cifra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2920" y="3017520"/>
            <a:ext cx="1417320" cy="77724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02920" y="3977640"/>
            <a:ext cx="1417320" cy="77724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240280" y="1212494"/>
            <a:ext cx="4160520" cy="228600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2240280" y="3749040"/>
            <a:ext cx="4160520" cy="228600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812280" y="1212494"/>
            <a:ext cx="5001768" cy="4887468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10" name="Content Placeholder 5">
            <a:extLst>
              <a:ext uri="{FF2B5EF4-FFF2-40B4-BE49-F238E27FC236}">
                <ns3:creationId id="{B8FEC6FD-D71E-66DB-2E66-38C3CF383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920" y="1280160"/>
            <a:ext cx="1417320" cy="14173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ns3="http://schemas.microsoft.com/office/drawing/2014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 matchingName="Dos objetos" preserve="1" userDrawn="1">
  <p:cSld name="cifras_y_grafico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Arial"/>
              <a:buNone/>
              <a:defRPr sz="2400" b="1" cap="non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Arial"/>
                <a:solidFill>
                  <a:srgbClr val="1A1A1A"/>
                </a:solidFill>
              </a:defRPr>
            </a:lvl9pPr>
          </a:lstStyle>
          <a:p>
            <a:r>
              <a:rPr lang="es-MX" sz="2400" b="1">
                <a:latin typeface="Arial"/>
                <a:solidFill>
                  <a:srgbClr val="1A1A1A"/>
                </a:solidFill>
              </a:rPr>
              <a:t>Haz clic para modificar el estilo de título del patrón</a:t>
            </a:r>
            <a:endParaRPr dirty="0" sz="2400" b="1">
              <a:latin typeface="Arial"/>
              <a:solidFill>
                <a:srgbClr val="1A1A1A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ns3:creationId id="{EB977788-EA90-94F5-A207-15EBBD7FEAB5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61772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7" name="Picture Placeholder 5">
            <a:extLst>
              <a:ext uri="{FF2B5EF4-FFF2-40B4-BE49-F238E27FC236}">
                <ns3:creationId id="{0519FE1F-4FD7-A2A0-81FB-8DCD6F26C4FB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4343400" y="1212494"/>
            <a:ext cx="3611880" cy="1051560"/>
          </a:xfrm>
        </p:spPr>
        <p:txBody>
          <a:bodyPr/>
          <a:lstStyle/>
          <a:p>
            <a:endParaRPr lang="en-PE" dirty="0"/>
          </a:p>
        </p:txBody>
      </p:sp>
      <p:sp>
        <p:nvSpPr>
          <p:cNvPr id="8" name="Picture Placeholder 5">
            <a:extLst>
              <a:ext uri="{FF2B5EF4-FFF2-40B4-BE49-F238E27FC236}">
                <ns3:creationId id="{358A77CA-4946-E677-D51B-A8CE149E91B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183880" y="1212494"/>
            <a:ext cx="3611880" cy="105156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  <p:sp>
        <p:nvSpPr>
          <p:cNvPr id="9" name="Picture Placeholder 5">
            <a:extLst>
              <a:ext uri="{FF2B5EF4-FFF2-40B4-BE49-F238E27FC236}">
                <ns3:creationId id="{BCB5FD43-B8F1-2FB4-7780-90EF06D911E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61772" y="2606040"/>
            <a:ext cx="5577840" cy="3474720"/>
          </a:xfrm>
        </p:spPr>
        <p:txBody>
          <a:bodyPr/>
          <a:lstStyle/>
          <a:p>
            <a:endParaRPr lang="en-PE"/>
          </a:p>
        </p:txBody>
      </p:sp>
      <p:sp>
        <p:nvSpPr>
          <p:cNvPr id="2" name="Text Placeholder 9">
            <a:extLst>
              <a:ext uri="{FF2B5EF4-FFF2-40B4-BE49-F238E27FC236}">
                <ns3:creationId id="{0C929747-7B86-54B8-A590-1398C659B7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464" y="6320500"/>
            <a:ext cx="4503738" cy="398463"/>
          </a:xfrm>
        </p:spPr>
        <p:txBody>
          <a:bodyPr>
            <a:noAutofit/>
          </a:bodyPr>
          <a:lstStyle>
            <a:lvl1pPr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E" dirty="0"/>
          </a:p>
        </p:txBody>
      </p:sp>
      <p:sp>
        <p:nvSpPr>
          <p:cNvPr id="3" name="Picture Placeholder 5">
            <a:extLst>
              <a:ext uri="{FF2B5EF4-FFF2-40B4-BE49-F238E27FC236}">
                <ns3:creationId id="{FF13B1B5-6F5F-20EC-604A-862023AA30E4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263640" y="2606040"/>
            <a:ext cx="5577840" cy="3474720"/>
          </a:xfrm>
        </p:spPr>
        <p:txBody>
          <a:bodyPr/>
          <a:lstStyle/>
          <a:p>
            <a:endParaRPr lang="en-PE" dirty="0"/>
          </a:p>
          <a:p>
            <a:endParaRPr lang="en-PE" dirty="0"/>
          </a:p>
        </p:txBody>
      </p:sp>
    </p:spTree>
    <p:extLst>
      <p:ext uri="{BB962C8B-B14F-4D97-AF65-F5344CB8AC3E}">
        <p14:creationId val="4015789953"/>
      </p:ext>
    </p:extLst>
  </p:cSld>
  <p:clrMapOvr>
    <a:masterClrMapping/>
  </p:clrMapOvr>
  <p:extLst>
    <p:ext uri="{DCECCB84-F9BA-43D5-87BE-67443E8EF086}">
      <p15:sldGuideLst>
        <p15:guide id="1" orient="horz" pos="4088">
          <p15:clr>
            <a:srgbClr val="E4A34C"/>
          </p15:clr>
        </p15:guide>
        <p15:guide id="2" pos="7446">
          <p15:clr>
            <a:srgbClr val="E4A34C"/>
          </p15:clr>
        </p15:guide>
      </p15:sldGuideLst>
    </p:ext>
  </p:extLst>
</p:sldLayout>
</file>

<file path=ppt/slideMasters/_rels/slideMaster1.xml.rels><?xml version="1.0" encoding="UTF-8" standalone="yes"?>
<Relationships xmlns="http://schemas.openxmlformats.org/package/2006/relationships">
  <Relationship Id="rId8" Type="http://schemas.openxmlformats.org/officeDocument/2006/relationships/slideLayout" Target="../slideLayouts/slideLayout8.xml"/>
  <Relationship Id="rId13" Type="http://schemas.openxmlformats.org/officeDocument/2006/relationships/slideLayout" Target="../slideLayouts/slideLayout13.xml"/>
  <Relationship Id="rId18" Type="http://schemas.openxmlformats.org/officeDocument/2006/relationships/slideLayout" Target="../slideLayouts/slideLayout18.xml"/>
  <Relationship Id="rId3" Type="http://schemas.openxmlformats.org/officeDocument/2006/relationships/slideLayout" Target="../slideLayouts/slideLayout3.xml"/>
  <Relationship Id="rId21" Type="http://schemas.openxmlformats.org/officeDocument/2006/relationships/slideLayout" Target="../slideLayouts/slideLayout21.xml"/>
  <Relationship Id="rId7" Type="http://schemas.openxmlformats.org/officeDocument/2006/relationships/slideLayout" Target="../slideLayouts/slideLayout7.xml"/>
  <Relationship Id="rId12" Type="http://schemas.openxmlformats.org/officeDocument/2006/relationships/slideLayout" Target="../slideLayouts/slideLayout12.xml"/>
  <Relationship Id="rId17" Type="http://schemas.openxmlformats.org/officeDocument/2006/relationships/slideLayout" Target="../slideLayouts/slideLayout17.xml"/>
  <Relationship Id="rId25" Type="http://schemas.openxmlformats.org/officeDocument/2006/relationships/theme" Target="../theme/theme1.xml"/>
  <Relationship Id="rId2" Type="http://schemas.openxmlformats.org/officeDocument/2006/relationships/slideLayout" Target="../slideLayouts/slideLayout2.xml"/>
  <Relationship Id="rId16" Type="http://schemas.openxmlformats.org/officeDocument/2006/relationships/slideLayout" Target="../slideLayouts/slideLayout16.xml"/>
  <Relationship Id="rId20" Type="http://schemas.openxmlformats.org/officeDocument/2006/relationships/slideLayout" Target="../slideLayouts/slideLayout20.xml"/>
  <Relationship Id="rId1" Type="http://schemas.openxmlformats.org/officeDocument/2006/relationships/slideLayout" Target="../slideLayouts/slideLayout1.xml"/>
  <Relationship Id="rId6" Type="http://schemas.openxmlformats.org/officeDocument/2006/relationships/slideLayout" Target="../slideLayouts/slideLayout6.xml"/>
  <Relationship Id="rId11" Type="http://schemas.openxmlformats.org/officeDocument/2006/relationships/slideLayout" Target="../slideLayouts/slideLayout11.xml"/>
  <Relationship Id="rId24" Type="http://schemas.openxmlformats.org/officeDocument/2006/relationships/slideLayout" Target="../slideLayouts/slideLayout24.xml"/>
  <Relationship Id="rId5" Type="http://schemas.openxmlformats.org/officeDocument/2006/relationships/slideLayout" Target="../slideLayouts/slideLayout5.xml"/>
  <Relationship Id="rId15" Type="http://schemas.openxmlformats.org/officeDocument/2006/relationships/slideLayout" Target="../slideLayouts/slideLayout15.xml"/>
  <Relationship Id="rId23" Type="http://schemas.openxmlformats.org/officeDocument/2006/relationships/slideLayout" Target="../slideLayouts/slideLayout23.xml"/>
  <Relationship Id="rId10" Type="http://schemas.openxmlformats.org/officeDocument/2006/relationships/slideLayout" Target="../slideLayouts/slideLayout10.xml"/>
  <Relationship Id="rId19" Type="http://schemas.openxmlformats.org/officeDocument/2006/relationships/slideLayout" Target="../slideLayouts/slideLayout19.xml"/>
  <Relationship Id="rId4" Type="http://schemas.openxmlformats.org/officeDocument/2006/relationships/slideLayout" Target="../slideLayouts/slideLayout4.xml"/>
  <Relationship Id="rId9" Type="http://schemas.openxmlformats.org/officeDocument/2006/relationships/slideLayout" Target="../slideLayouts/slideLayout9.xml"/>
  <Relationship Id="rId14" Type="http://schemas.openxmlformats.org/officeDocument/2006/relationships/slideLayout" Target="../slideLayouts/slideLayout14.xml"/>
  <Relationship Id="rId22" Type="http://schemas.openxmlformats.org/officeDocument/2006/relationships/slideLayout" Target="../slideLayouts/slideLayout22.xml"/>
  <Relationship xmlns="http://schemas.openxmlformats.org/package/2006/relationships" Id="rId26" Type="http://schemas.openxmlformats.org/officeDocument/2006/relationships/image" Target="../media/copied_master_image1.png"/>
  <Relationship xmlns="http://schemas.openxmlformats.org/package/2006/relationships" Id="rId27" Type="http://schemas.openxmlformats.org/officeDocument/2006/relationships/image" Target="../media/copied_master_image2.svg"/>
<Relationship Id="rId28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26.xml"/><Relationship Id="rId30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0.xml"/><Relationship Id="rId34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5.xml"/></Relationships>
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bg xmlns:p="http://schemas.openxmlformats.org/presentationml/2006/main" xmlns:a="http://schemas.openxmlformats.org/drawingml/2006/main"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CA5651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17/04/26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 dirty="0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4" name="Graphic 3">
            <a:extLst>
              <a:ext uri="{FF2B5EF4-FFF2-40B4-BE49-F238E27FC236}">
                <a16:creationId xmlns:a16="http://schemas.microsoft.com/office/drawing/2014/main" id="{28CE3A90-11C1-4290-8A18-B460A5CC102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46899" y="6217920"/>
            <a:ext cx="1913453" cy="457200"/>
          </a:xfrm>
          <a:prstGeom prst="rect">
            <a:avLst/>
          </a:prstGeom>
        </p:spPr>
      </p:pic>
      <p:cxnSp xmlns:p="http://schemas.openxmlformats.org/presentationml/2006/main" xmlns:a="http://schemas.openxmlformats.org/drawingml/2006/main">
        <p:nvCxnSpPr>
          <p:cNvPr id="5" name="Straight Connector 4">
            <a:extLst>
              <a:ext uri="{FF2B5EF4-FFF2-40B4-BE49-F238E27FC236}">
                <a16:creationId xmlns:a16="http://schemas.microsoft.com/office/drawing/2014/main" id="{5E2A0459-A2BC-4EE0-86A0-58CC0AA8D65E}"/>
              </a:ext>
            </a:extLst>
          </p:cNvPr>
          <p:cNvCxnSpPr/>
          <p:nvPr userDrawn="1"/>
        </p:nvCxnSpPr>
        <p:spPr>
          <a:xfrm>
            <a:off x="-1524" y="6035040"/>
            <a:ext cx="12192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714" r:id="rId3"/>
    <p:sldLayoutId id="2147483715" r:id="rId4"/>
    <p:sldLayoutId id="2147483717" r:id="rId5"/>
    <p:sldLayoutId id="2147483716" r:id="rId6"/>
    <p:sldLayoutId id="2147483725" r:id="rId7"/>
    <p:sldLayoutId id="2147483726" r:id="rId8"/>
    <p:sldLayoutId id="2147483727" r:id="rId9"/>
    <p:sldLayoutId id="2147483719" r:id="rId10"/>
    <p:sldLayoutId id="2147483720" r:id="rId11"/>
    <p:sldLayoutId id="2147483724" r:id="rId12"/>
    <p:sldLayoutId id="2147483723" r:id="rId13"/>
    <p:sldLayoutId id="2147483694" r:id="rId14"/>
    <p:sldLayoutId id="2147483692" r:id="rId15"/>
    <p:sldLayoutId id="2147483712" r:id="rId16"/>
    <p:sldLayoutId id="2147483693" r:id="rId17"/>
    <p:sldLayoutId id="2147483702" r:id="rId18"/>
    <p:sldLayoutId id="2147483682" r:id="rId19"/>
    <p:sldLayoutId id="2147483718" r:id="rId20"/>
    <p:sldLayoutId id="2147483721" r:id="rId21"/>
    <p:sldLayoutId id="2147483722" r:id="rId22"/>
    <p:sldLayoutId id="2147483688" r:id="rId23"/>
    <p:sldLayoutId id="2147483703" r:id="rId24"/>
    <p:sldLayoutId id="2147483625" r:id="rId28"/>
    <p:sldLayoutId id="2147483736" r:id="rId29"/>
    <p:sldLayoutId id="2147483737" r:id="rId30"/>
    <p:sldLayoutId id="2147483728" r:id="rId31"/>
    <p:sldLayoutId id="2147483729" r:id="rId32"/>
    <p:sldLayoutId id="2147483730" r:id="rId33"/>
    <p:sldLayoutId id="2147483731" r:id="rId34"/>
    <p:sldLayoutId id="2147483732" r:id="rId35"/>
    <p:sldLayoutId id="2147483733" r:id="rId36"/>
    <p:sldLayoutId id="2147483734" r:id="rId37"/>
    <p:sldLayoutId id="2147483735" r:id="rId38"/>
  </p:sldLayoutIdLst>
  <p:txStyles xmlns:p="http://schemas.openxmlformats.org/presentationml/2006/main" xmlns:a="http://schemas.openxmlformats.org/drawingml/2006/main"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kern="1200" sz="44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Clr>
          <a:schemeClr val="accent1"/>
        </a:buClr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xmlns:ns1="http://schemas.microsoft.com/office/thememl/2012/main" name="Office Theme">
  <a:themeElements>
    <a:clrScheme xmlns:a="http://schemas.openxmlformats.org/drawingml/2006/main" name="Custom 1">
      <a:dk1>
        <a:srgbClr val="1A1A1A"/>
      </a:dk1>
      <a:lt1>
        <a:sysClr val="window" lastClr="FFFFFF"/>
      </a:lt1>
      <a:dk2>
        <a:srgbClr val="1A1A1A"/>
      </a:dk2>
      <a:lt2>
        <a:srgbClr val="FFFFFF"/>
      </a:lt2>
      <a:accent1>
        <a:srgbClr val="0072BC"/>
      </a:accent1>
      <a:accent2>
        <a:srgbClr val="18375F"/>
      </a:accent2>
      <a:accent3>
        <a:srgbClr val="00B398"/>
      </a:accent3>
      <a:accent4>
        <a:srgbClr val="666666"/>
      </a:accent4>
      <a:accent5>
        <a:srgbClr val="EF4A60"/>
      </a:accent5>
      <a:accent6>
        <a:srgbClr val="FAEB00"/>
      </a:accent6>
      <a:hlink>
        <a:srgbClr val="0072BC"/>
      </a:hlink>
      <a:folHlink>
        <a:srgbClr val="0072BC"/>
      </a:folHlink>
    </a:clrScheme>
    <a:fontScheme xmlns:a="http://schemas.openxmlformats.org/drawingml/2006/main" name="UNHCR-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xmlns:a="http://schemas.openxmlformats.org/drawingml/2006/main"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81F5C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ns1:themeFamily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73</cp:revision>
  <dcterms:created xsi:type="dcterms:W3CDTF">2025-07-16T05:29:30Z</dcterms:created>
  <dcterms:modified xsi:type="dcterms:W3CDTF">2026-04-17T17:03:19Z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