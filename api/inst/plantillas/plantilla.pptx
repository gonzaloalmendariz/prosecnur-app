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7649" autoAdjust="0"/>
    <p:restoredTop sz="94726"/>
  </p:normalViewPr>
  <p:slideViewPr>
    <p:cSldViewPr snapToGrid="0">
      <p:cViewPr varScale="1">
        <p:scale>
          <a:sx n="128" d="100"/>
          <a:sy n="128" d="100"/>
        </p:scale>
        <p:origin x="98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6/12/25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6/12/25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  <a:defRPr sz="25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ES" dirty="0"/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4696744" y="6063986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02060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02060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02060"/>
                </a:buClr>
                <a:buSzPts val="1800"/>
              </a:pPr>
              <a:t>6/12/25</a:t>
            </a:fld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185629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4400"/>
              <a:buFont typeface="Arial"/>
              <a:buNone/>
              <a:defRPr sz="40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a16:creationId xmlns:a16="http://schemas.microsoft.com/office/drawing/2014/main"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pic>
        <p:nvPicPr>
          <p:cNvPr id="8" name="Google Shape;66;p47">
            <a:extLst>
              <a:ext uri="{FF2B5EF4-FFF2-40B4-BE49-F238E27FC236}">
                <a16:creationId xmlns:a16="http://schemas.microsoft.com/office/drawing/2014/main" id="{8BCEE9CF-906A-83B1-E504-307DBA50FF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6876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81884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9024"/>
            <a:ext cx="9730221" cy="79015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203145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212574"/>
            <a:ext cx="11440491" cy="501926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0885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Índice" preserve="1" userDrawn="1">
  <p:cSld name="Index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a16:creationId xmlns:a16="http://schemas.microsoft.com/office/drawing/2014/main"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a16:creationId xmlns:a16="http://schemas.microsoft.com/office/drawing/2014/main"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6D95D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a16:creationId xmlns:a16="http://schemas.microsoft.com/office/drawing/2014/main"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F09F3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a16:creationId xmlns:a16="http://schemas.microsoft.com/office/drawing/2014/main"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987D9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a16:creationId xmlns:a16="http://schemas.microsoft.com/office/drawing/2014/main"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F5D14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a16:creationId xmlns:a16="http://schemas.microsoft.com/office/drawing/2014/main"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a16:creationId xmlns:a16="http://schemas.microsoft.com/office/drawing/2014/main"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a16:creationId xmlns:a16="http://schemas.microsoft.com/office/drawing/2014/main"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a16:creationId xmlns:a16="http://schemas.microsoft.com/office/drawing/2014/main"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a16:creationId xmlns:a16="http://schemas.microsoft.com/office/drawing/2014/main"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a16:creationId xmlns:a16="http://schemas.microsoft.com/office/drawing/2014/main"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a16:creationId xmlns:a16="http://schemas.microsoft.com/office/drawing/2014/main"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a16:creationId xmlns:a16="http://schemas.microsoft.com/office/drawing/2014/main"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a16:creationId xmlns:a16="http://schemas.microsoft.com/office/drawing/2014/main"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2060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0206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a16:creationId xmlns:a16="http://schemas.microsoft.com/office/drawing/2014/main"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a16:creationId xmlns:a16="http://schemas.microsoft.com/office/drawing/2014/main"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74BD80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a16:creationId xmlns:a16="http://schemas.microsoft.com/office/drawing/2014/main"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DA4C4C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02060"/>
                </a:buClr>
                <a:buSzPct val="100000"/>
                <a:buNone/>
              </a:pPr>
              <a:r>
                <a:rPr lang="es-PE" sz="3600" b="1" dirty="0">
                  <a:solidFill>
                    <a:srgbClr val="002060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564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270" anchor="ctr">
            <a:normAutofit/>
          </a:bodyPr>
          <a:lstStyle>
            <a:lvl1pPr>
              <a:defRPr sz="2400"/>
            </a:lvl1pPr>
          </a:lstStyle>
          <a:p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6/12/25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a16:creationId xmlns:a16="http://schemas.microsoft.com/office/drawing/2014/main"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a16:creationId xmlns:a16="http://schemas.microsoft.com/office/drawing/2014/main"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a16:creationId xmlns:a16="http://schemas.microsoft.com/office/drawing/2014/main"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a16:creationId xmlns:a16="http://schemas.microsoft.com/office/drawing/2014/main"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a16:creationId xmlns:a16="http://schemas.microsoft.com/office/drawing/2014/main"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a16:creationId xmlns:a16="http://schemas.microsoft.com/office/drawing/2014/main"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02060"/>
                </a:solidFill>
              </a:defRPr>
            </a:lvl1pPr>
            <a:lvl2pPr algn="just">
              <a:defRPr sz="2000" b="0">
                <a:solidFill>
                  <a:srgbClr val="002060"/>
                </a:solidFill>
              </a:defRPr>
            </a:lvl2pPr>
            <a:lvl3pPr algn="just">
              <a:defRPr sz="2000" b="0">
                <a:solidFill>
                  <a:srgbClr val="002060"/>
                </a:solidFill>
              </a:defRPr>
            </a:lvl3pPr>
            <a:lvl4pPr algn="just">
              <a:defRPr sz="2000" b="0">
                <a:solidFill>
                  <a:srgbClr val="002060"/>
                </a:solidFill>
              </a:defRPr>
            </a:lvl4pPr>
            <a:lvl5pPr algn="just">
              <a:defRPr sz="2000" b="0">
                <a:solidFill>
                  <a:srgbClr val="002060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46334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 u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3000">
                <a:solidFill>
                  <a:srgbClr val="666666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7554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3;p50">
            <a:extLst>
              <a:ext uri="{FF2B5EF4-FFF2-40B4-BE49-F238E27FC236}">
                <a16:creationId xmlns:a16="http://schemas.microsoft.com/office/drawing/2014/main"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21386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userDrawn="1">
  <p:cSld name="Two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sp>
        <p:nvSpPr>
          <p:cNvPr id="2" name="Place holder 1">
            <a:extLst>
              <a:ext uri="{FF2B5EF4-FFF2-40B4-BE49-F238E27FC236}">
                <a16:creationId xmlns:a16="http://schemas.microsoft.com/office/drawing/2014/main"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60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42669" y="2193692"/>
            <a:ext cx="2506662" cy="2506662"/>
          </a:xfrm>
          <a:prstGeom prst="rect">
            <a:avLst/>
          </a:prstGeom>
        </p:spPr>
      </p:pic>
      <p:sp>
        <p:nvSpPr>
          <p:cNvPr id="5" name="Place holder 2">
            <a:extLst>
              <a:ext uri="{FF2B5EF4-FFF2-40B4-BE49-F238E27FC236}">
                <a16:creationId xmlns:a16="http://schemas.microsoft.com/office/drawing/2014/main"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53872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916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800" b="1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6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2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200" b="0" i="1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536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18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DA4C4C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6/12/25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694" r:id="rId5"/>
    <p:sldLayoutId id="2147483692" r:id="rId6"/>
    <p:sldLayoutId id="2147483712" r:id="rId7"/>
    <p:sldLayoutId id="2147483693" r:id="rId8"/>
    <p:sldLayoutId id="2147483702" r:id="rId9"/>
    <p:sldLayoutId id="2147483682" r:id="rId10"/>
    <p:sldLayoutId id="2147483688" r:id="rId11"/>
    <p:sldLayoutId id="2147483703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DA4C4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1" i="0" u="none" strike="noStrike" cap="none">
          <a:solidFill>
            <a:srgbClr val="00206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0206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 Almendariz Villanueva</cp:lastModifiedBy>
  <cp:revision>54</cp:revision>
  <dcterms:created xsi:type="dcterms:W3CDTF">2025-07-16T05:29:30Z</dcterms:created>
  <dcterms:modified xsi:type="dcterms:W3CDTF">2025-12-06T22:27:32Z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