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  <Relationship xmlns="http://schemas.openxmlformats.org/package/2006/relationships" Id="rId4" Type="http://schemas.openxmlformats.org/officeDocument/2006/relationships/image" Target="../media/copied_master_image3.png"/>
  <Relationship xmlns="http://schemas.openxmlformats.org/package/2006/relationships" Id="rId5" Type="http://schemas.openxmlformats.org/officeDocument/2006/relationships/image" Target="../media/copied_master_image4.svg"/>
</Relationships>

</file>

<file path=ppt/slideLayouts/_rels/slideLayout2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4.png"/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  <Relationship Id="rId5" Type="http://schemas.openxmlformats.org/officeDocument/2006/relationships/image" Target="../media/image6.png"/>
  <Relationship Id="rId4" Type="http://schemas.openxmlformats.org/officeDocument/2006/relationships/image" Target="../media/image5.png"/>
  <Relationship xmlns="http://schemas.openxmlformats.org/package/2006/relationships" Id="rId6" Type="http://schemas.openxmlformats.org/officeDocument/2006/relationships/image" Target="../media/copied_master_image3_1.png"/>
  <Relationship xmlns="http://schemas.openxmlformats.org/package/2006/relationships" Id="rId7" Type="http://schemas.openxmlformats.org/officeDocument/2006/relationships/image" Target="../media/copied_master_image4_1.svg"/>
</Relationships>
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1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drawing/2016/SVG/main" xmlns:ns6="http://schemas.microsoft.com/office/powerpoint/2010/main" xmlns:ns7="http://schemas.microsoft.com/office/powerpoint/2012/main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ecnur:title_slide:title"/>
          <p:cNvSpPr txBox="1">
            <a:spLocks noGrp="1"/>
          </p:cNvSpPr>
          <p:nvPr>
            <p:ph type="ctrTitle"/>
          </p:nvPr>
        </p:nvSpPr>
        <p:spPr>
          <a:xfrm>
            <a:off x="228600" y="1122363"/>
            <a:ext cx="11731752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17" name="prosecnur:title_slide:subtitle"/>
          <p:cNvSpPr txBox="1">
            <a:spLocks noGrp="1"/>
          </p:cNvSpPr>
          <p:nvPr>
            <p:ph type="subTitle" idx="1"/>
          </p:nvPr>
        </p:nvSpPr>
        <p:spPr>
          <a:xfrm>
            <a:off x="228600" y="3602038"/>
            <a:ext cx="11731752" cy="14728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H" dirty="0"/>
          </a:p>
        </p:txBody>
      </p:sp>
      <p:sp>
        <p:nvSpPr>
          <p:cNvPr id="8" name="prosecnur:title_slide:date">
            <a:extLst>
              <a:ext uri="{FF2B5EF4-FFF2-40B4-BE49-F238E27FC236}">
                <ns2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4724400" y="5075238"/>
            <a:ext cx="27432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 algn="ctr"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 sz="1800">
              <a:solidFill>
                <a:srgbClr val="FAE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rosecnur:title_slide:subtexto">
            <a:extLst>
              <a:ext uri="{FF2B5EF4-FFF2-40B4-BE49-F238E27FC236}">
                <ns2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392000" y="7058000"/>
            <a:ext cx="1" cy="1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pic>
        <p:nvPicPr>
          <p:cNvPr id="7" name="Graphic 6">
            <a:extLst>
              <a:ext uri="{FF2B5EF4-FFF2-40B4-BE49-F238E27FC236}">
                <ns2:creationId id="{C0DDB8D9-0E47-4391-AFE9-718F99456D8E}"/>
              </a:ext>
            </a:extLst>
          </p:cNvPr>
          <p:cNvPicPr>
            <a:picLocks noChangeAspect="1"/>
          </p:cNvPicPr>
          <p:nvPr userDrawn="1"/>
        </p:nvPicPr>
        <p:blipFill>
          <a:blip ns3:embed="rId4">
            <a:extLst>
              <a:ext uri="{28A0092B-C50C-407E-A947-70E740481C1C}">
                <ns4:useLocalDpi val="0"/>
              </a:ext>
              <a:ext uri="{96DAC541-7B7A-43D3-8B79-37D633B846F1}">
                <ns5:svgBlip ns3:embed="rId5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ns2:creationId id="{40AC892E-58DA-46D0-80B8-443404641DAC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ns6:creationId val="1185629166"/>
      </p:ext>
    </p:extLst>
    <p:bg>
      <p:bgPr>
        <a:solidFill>
          <a:schemeClr val="accent1"/>
        </a:solidFill>
        <a:effectLst/>
      </p:bgPr>
    </p:bg>
  </p:cSld>
  <p:clrMapOvr>
    <a:masterClrMapping/>
  </p:clrMapOvr>
  <p:extLst>
    <p:ext uri="{DCECCB84-F9BA-43D5-87BE-67443E8EF086}">
      <ns7:sldGuideLst>
        <ns7:guide id="1" orient="horz" pos="391">
          <ns7:clr>
            <a:srgbClr val="E4A34C"/>
          </ns7:clr>
        </ns7:guide>
        <ns7:guide id="2" pos="483">
          <ns7:clr>
            <a:srgbClr val="E4A34C"/>
          </ns7:clr>
        </ns7:guide>
      </ns7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rosecnur:section:title"/>
          <p:cNvSpPr txBox="1">
            <a:spLocks noGrp="1"/>
          </p:cNvSpPr>
          <p:nvPr>
            <p:ph type="title"/>
          </p:nvPr>
        </p:nvSpPr>
        <p:spPr>
          <a:xfrm>
            <a:off x="12392000" y="7058000"/>
            <a:ext cx="1" cy="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4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4" name="Rectangle 3">
            <a:extLst>
              <a:ext uri="{FF2B5EF4-FFF2-40B4-BE49-F238E27FC236}">
                <a16:creationId xmlns:a16="http://schemas.microsoft.com/office/drawing/2014/main" id="{011D9A4F-DEBD-4C52-A2D3-72D27DB6EB35}"/>
              </a:ext>
            </a:extLst>
          </p:cNvPr>
          <p:cNvSpPr/>
          <p:nvPr userDrawn="1"/>
        </p:nvSpPr>
        <p:spPr>
          <a:xfrm>
            <a:off x="-1524" y="6035040"/>
            <a:ext cx="1219200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7" name="Graphic 6">
            <a:extLst>
              <a:ext uri="{FF2B5EF4-FFF2-40B4-BE49-F238E27FC236}">
                <a16:creationId xmlns:a16="http://schemas.microsoft.com/office/drawing/2014/main" id="{4AD7F306-7A23-48E0-8393-9C5704241A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</p:spTree>
    <p:extLst>
      <p:ext uri="{BB962C8B-B14F-4D97-AF65-F5344CB8AC3E}">
        <p14:creationId val="1161499325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ns3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1143899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CA5651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ns3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ns3:creationId val="2515642923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ns3="http://schemas.microsoft.com/office/powerpoint/2010/main" xmlns:p="http://schemas.openxmlformats.org/presentationml/2006/main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 b="1">
                <a:latin typeface="Arial"/>
                <a:solidFill>
                  <a:srgbClr val="CA5651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ns3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CA56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19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2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2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2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059164739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0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2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1490820941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1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2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2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7036" y="3153394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3365683856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2.xml><?xml version="1.0" encoding="utf-8"?>
<p:sldLayout xmlns:a="http://schemas.openxmlformats.org/drawingml/2006/main" xmlns:ns2="http://schemas.microsoft.com/office/drawing/2014/main" xmlns:ns3="http://schemas.microsoft.com/office/powerpoint/2010/main" xmlns:ns4="http://schemas.microsoft.com/office/powerpoint/2012/main" xmlns:p="http://schemas.openxmlformats.org/presentationml/2006/main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2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2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2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2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2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2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2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2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16217" y="3082608"/>
            <a:ext cx="1386773" cy="1387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ns3:creationId val="4015789953"/>
      </p:ext>
    </p:extLst>
  </p:cSld>
  <p:clrMapOvr>
    <a:masterClrMapping/>
  </p:clrMapOvr>
  <p:extLst>
    <p:ext uri="{DCECCB84-F9BA-43D5-87BE-67443E8EF086}">
      <ns4:sldGuideLst>
        <ns4:guide id="1" orient="horz" pos="4088">
          <ns4:clr>
            <a:srgbClr val="E4A34C"/>
          </ns4:clr>
        </ns4:guide>
        <ns4:guide id="2" pos="7446">
          <ns4:clr>
            <a:srgbClr val="E4A34C"/>
          </ns4:clr>
        </ns4:guide>
      </ns4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A5651"/>
              </a:buClr>
              <a:buSzPts val="2400"/>
              <a:buFont typeface="Arial"/>
              <a:buNone/>
              <a:defRPr sz="2400" b="1" cap="none">
                <a:solidFill>
                  <a:srgbClr val="CA565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CA5651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1735362092"/>
      </p:ext>
    </p:extLst>
  </p:cSld>
  <p:clrMapOvr xmlns:p="http://schemas.openxmlformats.org/presentationml/2006/main" xmlns:a="http://schemas.openxmlformats.org/drawingml/2006/main"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CA5651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CA5651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8.xml"/>
  <Relationship Id="rId3" Type="http://schemas.openxmlformats.org/officeDocument/2006/relationships/slideLayout" Target="../slideLayouts/slideLayout3.xml"/>
  <Relationship Id="rId21" Type="http://schemas.openxmlformats.org/officeDocument/2006/relationships/slideLayout" Target="../slideLayouts/slideLayout21.xml"/>
  <Relationship Id="rId7" Type="http://schemas.openxmlformats.org/officeDocument/2006/relationships/slideLayout" Target="../slideLayouts/slideLayout7.xml"/>
  <Relationship Id="rId12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7.xml"/>
  <Relationship Id="rId25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6" Type="http://schemas.openxmlformats.org/officeDocument/2006/relationships/slideLayout" Target="../slideLayouts/slideLayout16.xml"/>
  <Relationship Id="rId20" Type="http://schemas.openxmlformats.org/officeDocument/2006/relationships/slideLayout" Target="../slideLayouts/slideLayout20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24" Type="http://schemas.openxmlformats.org/officeDocument/2006/relationships/slideLayout" Target="../slideLayouts/slideLayout24.xml"/>
  <Relationship Id="rId5" Type="http://schemas.openxmlformats.org/officeDocument/2006/relationships/slideLayout" Target="../slideLayouts/slideLayout5.xml"/>
  <Relationship Id="rId15" Type="http://schemas.openxmlformats.org/officeDocument/2006/relationships/slideLayout" Target="../slideLayouts/slideLayout15.xml"/>
  <Relationship Id="rId23" Type="http://schemas.openxmlformats.org/officeDocument/2006/relationships/slideLayout" Target="../slideLayouts/slideLayout23.xml"/>
  <Relationship Id="rId10" Type="http://schemas.openxmlformats.org/officeDocument/2006/relationships/slideLayout" Target="../slideLayouts/slideLayout10.xml"/>
  <Relationship Id="rId19" Type="http://schemas.openxmlformats.org/officeDocument/2006/relationships/slideLayout" Target="../slideLayouts/slideLayout19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14" Type="http://schemas.openxmlformats.org/officeDocument/2006/relationships/slideLayout" Target="../slideLayouts/slideLayout14.xml"/>
  <Relationship Id="rId22" Type="http://schemas.openxmlformats.org/officeDocument/2006/relationships/slideLayout" Target="../slideLayouts/slideLayout22.xml"/>
  <Relationship xmlns="http://schemas.openxmlformats.org/package/2006/relationships" Id="rId26" Type="http://schemas.openxmlformats.org/officeDocument/2006/relationships/image" Target="../media/copied_master_image1.png"/>
  <Relationship xmlns="http://schemas.openxmlformats.org/package/2006/relationships" Id="rId27" Type="http://schemas.openxmlformats.org/officeDocument/2006/relationships/image" Target="../media/copied_master_image2.svg"/>
</Relationships>
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 xmlns:p="http://schemas.openxmlformats.org/presentationml/2006/main" xmlns:a="http://schemas.openxmlformats.org/drawingml/2006/main"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4" name="Graphic 3">
            <a:extLst>
              <a:ext uri="{FF2B5EF4-FFF2-40B4-BE49-F238E27FC236}">
                <a16:creationId xmlns:a16="http://schemas.microsoft.com/office/drawing/2014/main" id="{28CE3A90-11C1-4290-8A18-B460A5CC102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46899" y="6217920"/>
            <a:ext cx="1913453" cy="457200"/>
          </a:xfrm>
          <a:prstGeom prst="rect">
            <a:avLst/>
          </a:prstGeom>
        </p:spPr>
      </p:pic>
      <p:cxnSp xmlns:p="http://schemas.openxmlformats.org/presentationml/2006/main" xmlns:a="http://schemas.openxmlformats.org/drawingml/2006/main">
        <p:nvCxnSpPr>
          <p:cNvPr id="5" name="Straight Connector 4">
            <a:extLst>
              <a:ext uri="{FF2B5EF4-FFF2-40B4-BE49-F238E27FC236}">
                <a16:creationId xmlns:a16="http://schemas.microsoft.com/office/drawing/2014/main" id="{5E2A0459-A2BC-4EE0-86A0-58CC0AA8D65E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</p:sldLayoutIdLst>
  <p:txStyles xmlns:p="http://schemas.openxmlformats.org/presentationml/2006/main" xmlns:a="http://schemas.openxmlformats.org/drawingml/2006/main"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xmlns:ns1="http://schemas.microsoft.com/office/thememl/2012/main" name="Office Theme">
  <a:themeElements>
    <a:clrScheme xmlns:a="http://schemas.openxmlformats.org/drawingml/2006/main" name="Custom 1">
      <a:dk1>
        <a:srgbClr val="1A1A1A"/>
      </a:dk1>
      <a:lt1>
        <a:sysClr val="window" lastClr="FFFFFF"/>
      </a:lt1>
      <a:dk2>
        <a:srgbClr val="1A1A1A"/>
      </a:dk2>
      <a:lt2>
        <a:srgbClr val="FFFFFF"/>
      </a:lt2>
      <a:accent1>
        <a:srgbClr val="0072BC"/>
      </a:accent1>
      <a:accent2>
        <a:srgbClr val="18375F"/>
      </a:accent2>
      <a:accent3>
        <a:srgbClr val="00B398"/>
      </a:accent3>
      <a:accent4>
        <a:srgbClr val="666666"/>
      </a:accent4>
      <a:accent5>
        <a:srgbClr val="EF4A60"/>
      </a:accent5>
      <a:accent6>
        <a:srgbClr val="FAEB00"/>
      </a:accent6>
      <a:hlink>
        <a:srgbClr val="0072BC"/>
      </a:hlink>
      <a:folHlink>
        <a:srgbClr val="0072BC"/>
      </a:folHlink>
    </a:clrScheme>
    <a:fontScheme xmlns:a="http://schemas.openxmlformats.org/drawingml/2006/main" name="UNHCR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xmlns:a="http://schemas.openxmlformats.org/drawingml/2006/main"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73</cp:revision>
  <dcterms:created xsi:type="dcterms:W3CDTF">2025-07-16T05:29:30Z</dcterms:created>
  <dcterms:modified xsi:type="dcterms:W3CDTF">2026-04-17T17:03:19Z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